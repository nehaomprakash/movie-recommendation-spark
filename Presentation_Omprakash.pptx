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7324-E358-4301-DA98-703943B85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D0629-36C7-EDC7-0E4C-FB049B861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0F759-8588-EA5E-FDB2-5E47E949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3921F-AA6F-C0AB-7E4C-FA50815C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32D9-EAF7-0F92-7BAD-720CE7A6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88A9-C08D-5032-0FE5-241C0E82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D8F9E-75D4-9874-7EFF-575BA52C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F6146-2A08-F150-F806-F0D35B05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3EBE0-59B0-1602-EF4E-066E47D4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B10F-375A-279F-1F20-EC24AA29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7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3E69-8E97-8603-26A7-5342ED4E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4C2D4-AFB9-A4CB-CE65-61729224A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8C2A-DC7E-5970-9684-3D4C3D5F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435EF-C029-E8A6-E9EE-AE6BA067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6BD99-FFB2-44DD-F98D-F8F3C2D0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8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2A23-683D-690C-8665-CA86883C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BF24-897D-8903-DDBB-04EB57F6D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E3968-E824-F611-C14F-CA6D34E84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B40E6-2AC7-F287-0A9C-C139B984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1C343-FFF8-63CD-9354-3D44D20C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C40C0-0BD0-6554-F8BC-F8993A9D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3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F0C-06A5-DD2A-2E0A-14FE6B24E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A26D0-3384-1C48-8C53-780242F17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C3034-45C8-C53D-45A6-495009C71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35353-4B8A-71BC-EEF6-247353638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D9410-788E-E347-A4BD-2D3421486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FAFA8-E39B-442B-166D-B3072CED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C6AC1-64EB-4109-9D2A-099F9D38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74BF8-95EF-3EF9-FEF2-B5B5F771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3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B7C64-46B3-B2F6-A7E5-78BE79F58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2EE13-C054-06F8-8CB5-8E54A225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6A01D-7965-1EC1-04EB-7186AF76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0D366-740B-9F17-88C0-9BFD7C24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1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ECE79-BF7B-5C27-FE3B-9B43E6DD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D9E7D-98BD-4623-EE1A-3BCDE0ED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DFC52-A1AC-AA8B-01C2-4947EC60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C259-5728-F974-5B35-96C0B837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42FA-2560-C689-9514-CF6649847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792C6-9FF2-EB05-4DE3-BF901AF5F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25F54-47E9-31D9-CF9D-CE6DF3B5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7FB14-FD7E-59A4-3B6B-A1967802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C8C11-2B98-46F2-D786-0BA1FCD4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3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5B39-411E-A988-301C-549F69C5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0B82D-2A16-3FAD-8186-67AA933A8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1546C-BF13-DF7D-9880-52E142140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4838C-F716-E258-3842-439331CF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5415D-CA4C-1611-5149-1AF893DA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4E46-E55C-37E4-EB70-05CB5A5D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3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9D94-9A93-4A6C-22ED-46712B91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6A583-3CA8-6B55-76A9-8A2F32895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96363-B9AB-6714-D275-1093DC358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7043A-C8D7-C0C9-E003-67BC36847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B9EB-F230-E115-55B4-B9614388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64769F-340B-D8DB-D504-0891F721B4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A4B77-BE3A-A2B8-2495-FB842007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C204D-3678-F0F5-BACC-EC55D1AE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0C503-06DD-3E8D-9A8E-8D791E1CF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87B5-258F-A253-7CD5-CC03C6D0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95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030B8-40BF-2917-C7B0-5292773B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9EAE3-F69A-BDD8-24E2-2BE3335C3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3A1B9-BC38-4780-4017-01D89B6D1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E8834-69C5-D002-7809-D31C1C97C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5763D-F4C3-2EF2-032A-8C6A87977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4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lens.org/datasets/movielens/)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t>Pumpkinmeter: Personalized Movie Recommendations Using Spark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Neha Omprakash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BUAN 5315 02 – Big Data Analysis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06/11/2025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Ripe Pumpkins aims to launch Pumpkinmeter, a movie recommendation engine.</a:t>
            </a:r>
          </a:p>
          <a:p>
            <a:r>
              <a:t>Inspired by the success of platforms like Netflix.</a:t>
            </a:r>
          </a:p>
          <a:p>
            <a:r>
              <a:t>Goal: Increase user engagement and retention using personalized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Case: Collaborative Filtering for movie recommendations.</a:t>
            </a:r>
          </a:p>
          <a:p>
            <a:r>
              <a:t>Technology: Apache Spark with MLlib ALS.</a:t>
            </a:r>
          </a:p>
          <a:p>
            <a:r>
              <a:t>Advantage: Scalable for millions of ratings; distributed processing.</a:t>
            </a:r>
          </a:p>
          <a:p>
            <a:r>
              <a:t>Spark enables fast computation for large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GroupLens</a:t>
            </a:r>
            <a:r>
              <a:rPr dirty="0"/>
              <a:t> </a:t>
            </a:r>
            <a:r>
              <a:rPr dirty="0" err="1"/>
              <a:t>MovieLens</a:t>
            </a:r>
            <a:r>
              <a:rPr dirty="0"/>
              <a:t> (</a:t>
            </a:r>
            <a:r>
              <a:rPr dirty="0">
                <a:hlinkClick r:id="rId2"/>
              </a:rPr>
              <a:t>https://</a:t>
            </a:r>
            <a:r>
              <a:rPr dirty="0" err="1">
                <a:hlinkClick r:id="rId2"/>
              </a:rPr>
              <a:t>grouplens.org</a:t>
            </a:r>
            <a:r>
              <a:rPr dirty="0">
                <a:hlinkClick r:id="rId2"/>
              </a:rPr>
              <a:t>/datasets/</a:t>
            </a:r>
            <a:r>
              <a:rPr dirty="0" err="1">
                <a:hlinkClick r:id="rId2"/>
              </a:rPr>
              <a:t>movielens</a:t>
            </a:r>
            <a:r>
              <a:rPr dirty="0">
                <a:hlinkClick r:id="rId2"/>
              </a:rPr>
              <a:t>/)</a:t>
            </a:r>
            <a:endParaRPr dirty="0"/>
          </a:p>
          <a:p>
            <a:r>
              <a:rPr dirty="0"/>
              <a:t>Data: Full Dataset (~33 million ratings)</a:t>
            </a:r>
          </a:p>
          <a:p>
            <a:r>
              <a:rPr dirty="0" err="1"/>
              <a:t>ratings.csv</a:t>
            </a:r>
            <a:r>
              <a:rPr dirty="0"/>
              <a:t>: </a:t>
            </a:r>
            <a:r>
              <a:rPr dirty="0" err="1"/>
              <a:t>userId</a:t>
            </a:r>
            <a:r>
              <a:rPr dirty="0"/>
              <a:t>, </a:t>
            </a:r>
            <a:r>
              <a:rPr dirty="0" err="1"/>
              <a:t>movieId</a:t>
            </a:r>
            <a:r>
              <a:rPr dirty="0"/>
              <a:t>, rating, timestamp</a:t>
            </a:r>
          </a:p>
          <a:p>
            <a:r>
              <a:rPr dirty="0" err="1"/>
              <a:t>movies.csv</a:t>
            </a:r>
            <a:r>
              <a:rPr dirty="0"/>
              <a:t>: </a:t>
            </a:r>
            <a:r>
              <a:rPr dirty="0" err="1"/>
              <a:t>movieId</a:t>
            </a:r>
            <a:r>
              <a:rPr dirty="0"/>
              <a:t>, title, genres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Spark’s ALS (Alternating Least Squares).</a:t>
            </a:r>
          </a:p>
          <a:p>
            <a:r>
              <a:rPr dirty="0"/>
              <a:t>Steps: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Sampled 50% data for parameter tuning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Trained final model on full dataset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Best rank found: 12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Two test users with 10 rated movies 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 1: Filter movies with ≥25 ratings (higher personalization)</a:t>
            </a:r>
          </a:p>
          <a:p>
            <a:r>
              <a:t>Scenario 2: Filter movies with ≥100 ratings (higher reliability)</a:t>
            </a:r>
          </a:p>
          <a:p>
            <a:r>
              <a:t>Top 15 recommended movies generated for each scenario and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User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 1: Includes niche films with few but high ratings</a:t>
            </a:r>
          </a:p>
          <a:p>
            <a:r>
              <a:t>Scenario 2: Popular classics like The Godfather Part II</a:t>
            </a:r>
          </a:p>
          <a:p>
            <a:r>
              <a:t>Shows how filter threshold impacts personalization vs. reliability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User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 1: Unique titles like Mushishi and Cosmos</a:t>
            </a:r>
          </a:p>
          <a:p>
            <a:r>
              <a:t>Scenario 2: Popular titles like Lord of the Rings and Fight Club</a:t>
            </a:r>
          </a:p>
          <a:p>
            <a:r>
              <a:t>Personal preferences vs. broad consensus clearly visible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orange bars&#10;&#10;Description automatically generated with medium confidence">
            <a:extLst>
              <a:ext uri="{FF2B5EF4-FFF2-40B4-BE49-F238E27FC236}">
                <a16:creationId xmlns:a16="http://schemas.microsoft.com/office/drawing/2014/main" id="{2F71C4EE-BB62-B004-82CB-0A51A2D9D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1" y="1061544"/>
            <a:ext cx="8101373" cy="50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 &amp; Foresights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 1: More diversity and personalization, lower reliability</a:t>
            </a:r>
          </a:p>
          <a:p>
            <a:r>
              <a:rPr dirty="0"/>
              <a:t>Scenario 2: Strong reliability, but less personalized</a:t>
            </a:r>
          </a:p>
          <a:p>
            <a:r>
              <a:rPr dirty="0"/>
              <a:t>Recommendation: Combine both for balanced suggestions</a:t>
            </a:r>
          </a:p>
          <a:p>
            <a:r>
              <a:rPr dirty="0"/>
              <a:t>Helps retain users with meaningful content exposure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Memory issues mitigated using sampled training sets</a:t>
            </a:r>
          </a:p>
          <a:p>
            <a:r>
              <a:rPr dirty="0"/>
              <a:t> </a:t>
            </a:r>
            <a:r>
              <a:rPr lang="en-US" dirty="0"/>
              <a:t>Fixed b</a:t>
            </a:r>
            <a:r>
              <a:rPr dirty="0"/>
              <a:t>ugs in Spark transformation</a:t>
            </a:r>
          </a:p>
          <a:p>
            <a:r>
              <a:rPr lang="en-US" dirty="0"/>
              <a:t> </a:t>
            </a:r>
            <a:r>
              <a:rPr dirty="0"/>
              <a:t>Created reusable function for scenario-based recommendations</a:t>
            </a:r>
          </a:p>
          <a:p>
            <a:r>
              <a:rPr dirty="0"/>
              <a:t> Successfully scaled model to 33+ million entries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Pumpkinmeter</a:t>
            </a:r>
            <a:r>
              <a:rPr dirty="0"/>
              <a:t> validates scalable collaborative filtering in Spark.</a:t>
            </a:r>
          </a:p>
          <a:p>
            <a:r>
              <a:rPr dirty="0"/>
              <a:t>Business benefits include user retention and content personalization.</a:t>
            </a:r>
          </a:p>
          <a:p>
            <a:r>
              <a:rPr dirty="0"/>
              <a:t>Next Steps: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Integrate UI for app/web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Enable dynamic retraining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A/B test hybrid filtering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Jadianes</a:t>
            </a:r>
            <a:r>
              <a:rPr dirty="0"/>
              <a:t>, D. </a:t>
            </a:r>
            <a:r>
              <a:rPr dirty="0" err="1"/>
              <a:t>Codementor</a:t>
            </a:r>
            <a:r>
              <a:rPr dirty="0"/>
              <a:t> Project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GroupLens</a:t>
            </a:r>
            <a:r>
              <a:rPr dirty="0"/>
              <a:t> </a:t>
            </a:r>
            <a:r>
              <a:rPr dirty="0" err="1"/>
              <a:t>MovieLens</a:t>
            </a:r>
            <a:r>
              <a:rPr dirty="0"/>
              <a:t> Dataset</a:t>
            </a:r>
          </a:p>
          <a:p>
            <a:pPr marL="0" indent="0">
              <a:buNone/>
            </a:pPr>
            <a:r>
              <a:rPr dirty="0"/>
              <a:t>3. BUAN 5315 Lecture Materials</a:t>
            </a:r>
          </a:p>
          <a:p>
            <a:pPr marL="0" indent="0">
              <a:buNone/>
            </a:pPr>
            <a:r>
              <a:rPr dirty="0"/>
              <a:t>4. Apache Spark </a:t>
            </a:r>
            <a:r>
              <a:rPr dirty="0" err="1"/>
              <a:t>MLlib</a:t>
            </a:r>
            <a:r>
              <a:rPr dirty="0"/>
              <a:t>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428</Words>
  <Application>Microsoft Macintosh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Pumpkinmeter: Personalized Movie Recommendations Using Spark</vt:lpstr>
      <vt:lpstr>Business Problem</vt:lpstr>
      <vt:lpstr>Use Case &amp; Technology</vt:lpstr>
      <vt:lpstr>Dataset Overview</vt:lpstr>
      <vt:lpstr>Model Development</vt:lpstr>
      <vt:lpstr>Recommendation Scenarios</vt:lpstr>
      <vt:lpstr>Results – User 1</vt:lpstr>
      <vt:lpstr>Results – User 2</vt:lpstr>
      <vt:lpstr>PowerPoint Presentation</vt:lpstr>
      <vt:lpstr>Insights &amp; Foresights</vt:lpstr>
      <vt:lpstr>Challenges &amp; Achievements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Pumpkinmeter: Personalized Movie Recommendations Using Spark</dc:title>
  <dc:subject/>
  <dc:creator/>
  <cp:keywords/>
  <dc:description>generated using python-pptx</dc:description>
  <cp:lastModifiedBy>Neha Omprakash</cp:lastModifiedBy>
  <cp:revision>4</cp:revision>
  <dcterms:created xsi:type="dcterms:W3CDTF">2013-01-27T09:14:16Z</dcterms:created>
  <dcterms:modified xsi:type="dcterms:W3CDTF">2025-06-12T06:48:15Z</dcterms:modified>
  <cp:category/>
</cp:coreProperties>
</file>